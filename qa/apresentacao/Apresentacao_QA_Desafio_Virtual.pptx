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94360"/>
            <a:ext cx="109728" cy="5212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143000"/>
            <a:ext cx="9875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Garantia da Qualidade de Software</a:t>
            </a:r>
          </a:p>
          <a:p>
            <a:pPr>
              <a:spcBef>
                <a:spcPts val="1200"/>
              </a:spcBef>
              <a:defRPr sz="2500" b="1">
                <a:solidFill>
                  <a:srgbClr val="F97316"/>
                </a:solidFill>
              </a:defRPr>
            </a:pPr>
            <a:r>
              <a:t>Desafio Virtual — Corra por Você</a:t>
            </a:r>
          </a:p>
          <a:p>
            <a:pPr>
              <a:spcBef>
                <a:spcPts val="2000"/>
              </a:spcBef>
              <a:defRPr sz="1600">
                <a:solidFill>
                  <a:srgbClr val="D1D5DB"/>
                </a:solidFill>
              </a:defRPr>
            </a:pPr>
            <a:r>
              <a:t>Automação de testes em Python • VS Code • Relatórios 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160520"/>
            <a:ext cx="3657600" cy="5943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10 casos de teste automatizados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Desafio Virtual — Corra por Você  |  QA em Python  |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1. Sistema e objetivo do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Aplicação real usada como cenário da atividade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4297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4937759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Desafio Virtual — Corra por Você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Sistema para inscrição e acompanhamento de participantes.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Possui área do participante, registro de atividades, progresso e ranking.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O QA foi criado em Python e executado diretamente no VS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73152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673351"/>
            <a:ext cx="4937759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Objetivo da automação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Validar regras de negócio importantes.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Registrar PASS e FAIL automaticamente.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Calcular métricas de qualidade.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Gerar decisão final de QA e relatório HTML.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Desafio Virtual — Corra por Você  |  QA em Python  |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2. Regras e casos de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Foram implementados 10 testes — acima do mínimo 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QA-001/002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E-mail válido e inválido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468880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633472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QA-003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Detecção de e-mail duplicado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39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20439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685031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QA-004/005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Acesso cadastrado e não cadastrado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7200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572000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736592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QA-006/007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Quilometragem válida e negativa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581912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QA-008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Cálculo do percentual de progresso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68880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468880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633472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QA-009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Atividade com evidência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20439"/>
            <a:ext cx="5257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520439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685031"/>
            <a:ext cx="4892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QA-010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Ordenação do ranking por km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Desafio Virtual — Corra por Você  |  QA em Python  |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3. Execução normal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Resultado da versão sem defeitos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6A34A"/>
                </a:solidFill>
              </a:defRPr>
            </a:pPr>
            <a:r>
              <a:t>10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Testes executados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087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6A34A"/>
                </a:solidFill>
              </a:defRPr>
            </a:pPr>
            <a:r>
              <a:t>10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5087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6A34A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5087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6A34A"/>
                </a:solidFill>
              </a:defRPr>
            </a:pPr>
            <a:r>
              <a:t>100%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Aprovação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508760"/>
            <a:ext cx="1965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16A34A"/>
                </a:solidFill>
              </a:defRPr>
            </a:pPr>
            <a:r>
              <a:t>0</a:t>
            </a:r>
          </a:p>
          <a:p>
            <a:pPr algn="ctr">
              <a:defRPr sz="1000">
                <a:solidFill>
                  <a:srgbClr val="6B7280"/>
                </a:solidFill>
              </a:defRPr>
            </a:pPr>
            <a:r>
              <a:t>Falhas críticas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11827"/>
                </a:solidFill>
                <a:latin typeface="Consolas"/>
              </a:defRPr>
            </a:pPr>
            <a:r>
              <a:t>python main.py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200400"/>
            <a:ext cx="5029200" cy="10515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DECISÃO FINAL: LIBERADO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 automação também gera relatorio_qa_normal.html com os resultados, severidades e métricas.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Desafio Virtual — Corra por Você  |  QA em Python  |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4. Demonstração do BUG proposital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Regressão introduzida no cálculo do progresso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484632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Regra correta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50 km / 100 km × 100 = 50%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Resultado esperado no QA-008: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73152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81912"/>
            <a:ext cx="484632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Regra com defeito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50 km / 100 km × 50 = 25%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Resultado obtido: 25% →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827"/>
                </a:solidFill>
                <a:latin typeface="Consolas"/>
              </a:defRPr>
            </a:pPr>
            <a:r>
              <a:t>python main.py --bug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703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370332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867911"/>
            <a:ext cx="23774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QA-008 — FAIL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Esperado: 50.0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Obtido: 25.0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703320"/>
            <a:ext cx="3429000" cy="1417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9 PASS / 1 FAIL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NÃO LIBERAR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Desafio Virtual — Corra por Você  |  QA em Python  |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5. Conclusão e evidências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</a:defRPr>
            </a:pPr>
            <a:r>
              <a:t>O fluxo completo de Garantia da Qualidade foi automatizado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Requisito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82496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0552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Teste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1682496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58184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Execução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5504" y="1682496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5816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3136" y="1682496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13448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Defeito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682496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Decisão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682496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7316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68712" y="1508760"/>
            <a:ext cx="1417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1827"/>
                </a:solidFill>
              </a:defRPr>
            </a:pPr>
            <a:r>
              <a:t>Relatório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43200"/>
            <a:ext cx="73152" cy="2240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907792"/>
            <a:ext cx="30175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Entregas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10 casos automatizados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PASS/FAIL e severidade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Métricas automáticas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4320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743200"/>
            <a:ext cx="73152" cy="2240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2907792"/>
            <a:ext cx="30175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Evidências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Relatório HTML normal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Relatório HTML com bug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Execução pelo terminal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74320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743200"/>
            <a:ext cx="73152" cy="2240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2907792"/>
            <a:ext cx="301752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11827"/>
                </a:solidFill>
              </a:defRPr>
            </a:pPr>
            <a:r>
              <a:t>Resultado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Versão normal: LIBERADO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Bug crítico: NÃO LIBERAR</a:t>
            </a:r>
          </a:p>
          <a:p>
            <a:pPr>
              <a:spcBef>
                <a:spcPts val="700"/>
              </a:spcBef>
              <a:defRPr sz="1200">
                <a:solidFill>
                  <a:srgbClr val="6B7280"/>
                </a:solidFill>
              </a:defRPr>
            </a:pPr>
            <a:r>
              <a:t>Automação detecta regressão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Projeto preparado para demonstração ao vivo no Visual Studio Code.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t>Desafio Virtual — Corra por Você  |  QA em Python  |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